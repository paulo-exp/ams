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99FE-66B8-46B1-8BD1-7061923B22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B6630-C485-4E03-A55B-E27911D36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134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99FE-66B8-46B1-8BD1-7061923B22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B6630-C485-4E03-A55B-E27911D36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544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99FE-66B8-46B1-8BD1-7061923B22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B6630-C485-4E03-A55B-E27911D36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3089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99FE-66B8-46B1-8BD1-7061923B22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B6630-C485-4E03-A55B-E27911D36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4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99FE-66B8-46B1-8BD1-7061923B22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B6630-C485-4E03-A55B-E27911D36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847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99FE-66B8-46B1-8BD1-7061923B22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B6630-C485-4E03-A55B-E27911D36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1247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99FE-66B8-46B1-8BD1-7061923B22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B6630-C485-4E03-A55B-E27911D36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5574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99FE-66B8-46B1-8BD1-7061923B22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B6630-C485-4E03-A55B-E27911D36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618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99FE-66B8-46B1-8BD1-7061923B22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B6630-C485-4E03-A55B-E27911D36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6412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99FE-66B8-46B1-8BD1-7061923B22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B6630-C485-4E03-A55B-E27911D36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5014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99FE-66B8-46B1-8BD1-7061923B22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B6630-C485-4E03-A55B-E27911D36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338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599FE-66B8-46B1-8BD1-7061923B226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B6630-C485-4E03-A55B-E27911D36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86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>
                <a:latin typeface="Brush Script MT" panose="03060802040406070304" pitchFamily="66" charset="0"/>
              </a:rPr>
              <a:t>Minha vida</a:t>
            </a:r>
            <a:endParaRPr lang="pt-BR" dirty="0">
              <a:latin typeface="Brush Script MT" panose="03060802040406070304" pitchFamily="66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Pontos da minha vida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175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Eu nasci em garça no dia 28/06/2011 eu comecei minha vida fiquei com minha avó enquanto minha mãe se recuperava com o passar do tempo fui crescendo e fazndo varios amigos e perdendo alguns entes queridos com o passr do tempo. </a:t>
            </a:r>
          </a:p>
          <a:p>
            <a:r>
              <a:rPr lang="pt-BR" smtClean="0">
                <a:latin typeface="Courier New" panose="02070309020205020404" pitchFamily="49" charset="0"/>
                <a:cs typeface="Courier New" panose="02070309020205020404" pitchFamily="49" charset="0"/>
              </a:rPr>
              <a:t>h1(</a:t>
            </a:r>
            <a:r>
              <a:rPr lang="pt-BR" smtClean="0"/>
              <a:t>“</a:t>
            </a:r>
            <a:r>
              <a:rPr lang="pt-BR" dirty="0" smtClean="0"/>
              <a:t>Olá </a:t>
            </a:r>
            <a:r>
              <a:rPr lang="pt-BR" smtClean="0"/>
              <a:t>mundo”) h1</a:t>
            </a:r>
            <a:endParaRPr lang="pt-BR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8500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Arial</vt:lpstr>
      <vt:lpstr>Brush Script MT</vt:lpstr>
      <vt:lpstr>Calibri</vt:lpstr>
      <vt:lpstr>Calibri Light</vt:lpstr>
      <vt:lpstr>Courier New</vt:lpstr>
      <vt:lpstr>Times New Roman</vt:lpstr>
      <vt:lpstr>Tema do Office</vt:lpstr>
      <vt:lpstr>Minha vida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Minha vida</dc:title>
  <dc:creator>Fatec</dc:creator>
  <cp:lastModifiedBy>Fatec</cp:lastModifiedBy>
  <cp:revision>2</cp:revision>
  <dcterms:created xsi:type="dcterms:W3CDTF">2026-03-26T17:55:21Z</dcterms:created>
  <dcterms:modified xsi:type="dcterms:W3CDTF">2026-03-26T18:00:14Z</dcterms:modified>
</cp:coreProperties>
</file>